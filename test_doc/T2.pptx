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4" r:id="rId3"/>
    <p:sldId id="270" r:id="rId4"/>
    <p:sldId id="269" r:id="rId5"/>
    <p:sldId id="272" r:id="rId6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2" autoAdjust="0"/>
    <p:restoredTop sz="89367" autoAdjust="0"/>
  </p:normalViewPr>
  <p:slideViewPr>
    <p:cSldViewPr snapToGrid="0">
      <p:cViewPr varScale="1">
        <p:scale>
          <a:sx n="77" d="100"/>
          <a:sy n="77" d="100"/>
        </p:scale>
        <p:origin x="60" y="2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CE624-3660-4035-AB45-CE49DDC2C65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5F825-9C29-43CC-BB96-80A60E9689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0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1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6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1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60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1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4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endParaRPr lang="zh-CN" altLang="en-US" sz="2400" b="1" u="none">
              <a:solidFill>
                <a:srgbClr val="057174"/>
              </a:solidFill>
              <a:latin typeface="Times New Roman" panose="02020603050405020304" charset="0"/>
              <a:ea typeface="阿里巴巴普惠体 3.0 55 Regula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3200" b="1" i="0" u="none" kern="1200">
          <a:solidFill>
            <a:srgbClr val="057174"/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sz="2400" b="1" i="0" u="none" kern="1200">
          <a:solidFill>
            <a:srgbClr val="057174"/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altLang="zh-CN" sz="4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Strong Baselines for CIFAR100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ctr" anchorCtr="0">
            <a:normAutofit/>
          </a:bodyPr>
          <a:lstStyle/>
          <a:p>
            <a:r>
              <a:rPr lang="zh-CN" altLang="en-US" u="none" dirty="0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作者：偷吃喵的鱼腥草（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tcmyxc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权重初始化方式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学习率调度器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最小学习率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weight dacay参数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SGD优化器中的nesterov参数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混合精度训练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68575" y="58254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SGD优化器中的nesterov参数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2428875"/>
            <a:ext cx="4743450" cy="2000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8575" y="63969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混合精度训练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070" y="2476500"/>
            <a:ext cx="4467225" cy="1905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8575" y="63969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olidFill>
                  <a:schemeClr val="tx1"/>
                </a:solidFill>
              </a:rPr>
              <a:t>数据增强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AutoAugment (AA) 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Cutout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随机擦除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Mixup 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Cumix 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990" y="2304234"/>
            <a:ext cx="2916000" cy="18206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555" y="2340791"/>
            <a:ext cx="2353310" cy="17475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695" y="4288155"/>
            <a:ext cx="4767580" cy="22440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8480" y="360045"/>
            <a:ext cx="2620010" cy="19716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U4NTIxY2U2NDlkMTVkNjQ5NzQ5NTYwY2M2MzI0Z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9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29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29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单击添加文档标题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汇报人：WPS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Segoe Print"/>
        <a:ea typeface="微软雅黑"/>
        <a:cs typeface=""/>
      </a:majorFont>
      <a:minorFont>
        <a:latin typeface="Segoe Prin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宽屏</PresentationFormat>
  <Paragraphs>22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Arial</vt:lpstr>
      <vt:lpstr>Calibri</vt:lpstr>
      <vt:lpstr>Times New Roman</vt:lpstr>
      <vt:lpstr>Wingdings</vt:lpstr>
      <vt:lpstr>Office 主题​​</vt:lpstr>
      <vt:lpstr>Strong Baselines for CIFAR100</vt:lpstr>
      <vt:lpstr>训练策略（tricks)</vt:lpstr>
      <vt:lpstr>训练策略（tricks)</vt:lpstr>
      <vt:lpstr>训练策略（tricks)</vt:lpstr>
      <vt:lpstr>数据增强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单击此处添加文档标题</dc:title>
  <dc:creator>O365</dc:creator>
  <cp:lastModifiedBy>文卓 包</cp:lastModifiedBy>
  <cp:revision>205</cp:revision>
  <dcterms:created xsi:type="dcterms:W3CDTF">2023-07-18T08:08:00Z</dcterms:created>
  <dcterms:modified xsi:type="dcterms:W3CDTF">2025-11-01T12:54:50Z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37AAECB4D3884BB0BD9B22757B4109D1_11</vt:lpwstr>
  </property>
  <property fmtid="{D5CDD505-2E9C-101B-9397-08002B2CF9AE}" pid="3" name="KSOProductBuildVer">
    <vt:lpwstr>2052-12.1.0.16929</vt:lpwstr>
  </property>
</Properties>
</file>